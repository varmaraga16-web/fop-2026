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8" r:id="rId9"/>
    <p:sldId id="269" r:id="rId10"/>
    <p:sldId id="270" r:id="rId11"/>
    <p:sldId id="263" r:id="rId12"/>
    <p:sldId id="264" r:id="rId13"/>
    <p:sldId id="265" r:id="rId14"/>
  </p:sldIdLst>
  <p:sldSz cx="9144000" cy="5143500" type="screen16x9"/>
  <p:notesSz cx="6858000" cy="9144000"/>
  <p:embeddedFontLst>
    <p:embeddedFont>
      <p:font typeface="PT Sans Narrow" panose="020B0604020202020204" charset="0"/>
      <p:regular r:id="rId16"/>
      <p:bold r:id="rId17"/>
    </p:embeddedFont>
    <p:embeddedFont>
      <p:font typeface="Open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309C244-4CBD-421E-8FA7-C1584E0F3CDA}">
          <p14:sldIdLst>
            <p14:sldId id="256"/>
            <p14:sldId id="257"/>
            <p14:sldId id="258"/>
            <p14:sldId id="259"/>
            <p14:sldId id="260"/>
            <p14:sldId id="262"/>
            <p14:sldId id="267"/>
            <p14:sldId id="268"/>
            <p14:sldId id="269"/>
            <p14:sldId id="270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AB36B5-FDD1-49DB-954E-CDDC2A254018}">
  <a:tblStyle styleId="{26AB36B5-FDD1-49DB-954E-CDDC2A254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0920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12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6163a43d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6163a43d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216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6163a43d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16163a43d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225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6163a43d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16163a43d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198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6163a43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16163a43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966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6163a43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6163a43d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908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6163a43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16163a43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551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6163a43d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6163a43d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62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6163a43d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6163a43d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14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Mini Project Title: Bankmagnent system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(Batch-Group Number [E.g.E1-7])</a:t>
            </a:r>
            <a:endParaRPr sz="180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608464" y="2774164"/>
            <a:ext cx="6180462" cy="1422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:Team Members:</a:t>
            </a: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Member1 Aaliya Shrivastava(1262252034)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Member2 Nakshatra Mate(1262252608)</a:t>
            </a: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Member3 Raga Verma(1262252651)</a:t>
            </a:r>
            <a:endParaRPr sz="1500" dirty="0"/>
          </a:p>
          <a:p>
            <a:pPr marL="0" indent="0">
              <a:lnSpc>
                <a:spcPct val="80000"/>
              </a:lnSpc>
            </a:pPr>
            <a:r>
              <a:rPr lang="en" sz="1500" dirty="0"/>
              <a:t>Member4 Saloni Kaushik(</a:t>
            </a:r>
            <a:r>
              <a:rPr lang="en-US" sz="1600" dirty="0"/>
              <a:t>1262253425</a:t>
            </a:r>
            <a:r>
              <a:rPr lang="en" sz="1500" dirty="0"/>
              <a:t>)</a:t>
            </a: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Member5 </a:t>
            </a:r>
            <a:r>
              <a:rPr lang="en" sz="1500" dirty="0" smtClean="0"/>
              <a:t>Surabhi Datta(1262253459)</a:t>
            </a:r>
            <a:endParaRPr sz="1500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668036" y="4097136"/>
            <a:ext cx="4475964" cy="1046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:Guided By:</a:t>
            </a:r>
            <a:endParaRPr sz="16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Faculty Name: Shirish Paygude</a:t>
            </a:r>
            <a:endParaRPr sz="1600" dirty="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775" y="58450"/>
            <a:ext cx="2774523" cy="85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199150" y="1180575"/>
            <a:ext cx="84747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Foundations of Programming-CSE10010</a:t>
            </a:r>
            <a:endParaRPr lang="en-US" sz="2400" b="1" dirty="0">
              <a:solidFill>
                <a:srgbClr val="0070C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Mini Project Presentation 2025-26</a:t>
            </a:r>
            <a:endParaRPr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and Motivation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 and Objectives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Contribution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of Literature Survey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and Software Requirements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 and Experimental Setup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and Conclusions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Introduction:-                                 Motivation:-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8B678B55-D326-64F1-1C4E-DF4E374A3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07400"/>
            <a:ext cx="4311600" cy="44361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The </a:t>
            </a:r>
            <a:r>
              <a:rPr lang="en-US" b="1" dirty="0"/>
              <a:t>Bank Management System</a:t>
            </a:r>
            <a:r>
              <a:rPr lang="en-US" dirty="0"/>
              <a:t> is a console-based application developed in the C programming language to manage basic banking operations efficiently.</a:t>
            </a:r>
          </a:p>
          <a:p>
            <a:r>
              <a:rPr lang="en-US" dirty="0"/>
              <a:t>This system allows users to:</a:t>
            </a:r>
          </a:p>
          <a:p>
            <a:r>
              <a:rPr lang="en-US" dirty="0"/>
              <a:t>Create new bank accounts</a:t>
            </a:r>
          </a:p>
          <a:p>
            <a:r>
              <a:rPr lang="en-US" dirty="0"/>
              <a:t>Check account balance</a:t>
            </a:r>
          </a:p>
          <a:p>
            <a:r>
              <a:rPr lang="en-US" dirty="0"/>
              <a:t>Deposit and withdraw money</a:t>
            </a:r>
          </a:p>
          <a:p>
            <a:r>
              <a:rPr lang="en-US" dirty="0"/>
              <a:t>Transfer funds between accounts</a:t>
            </a:r>
          </a:p>
          <a:p>
            <a:r>
              <a:rPr lang="en-US" dirty="0"/>
              <a:t>Update credentials</a:t>
            </a:r>
          </a:p>
          <a:p>
            <a:r>
              <a:rPr lang="en-US" dirty="0"/>
              <a:t>Delete accounts</a:t>
            </a:r>
          </a:p>
          <a:p>
            <a:pPr marL="139700" indent="0">
              <a:buNone/>
            </a:pPr>
            <a:r>
              <a:rPr lang="en-US" dirty="0"/>
              <a:t>All account data is stored in a CSV file, ensuring persistent storage and data management. The system simulates real-world banking functionalities in a simple, structured, and user-friendly way.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9190EB-A6B3-D189-5EC0-1377139B88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60135" y="707400"/>
            <a:ext cx="4483865" cy="44361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The motivation behind developing this project is to:</a:t>
            </a:r>
          </a:p>
          <a:p>
            <a:r>
              <a:rPr lang="en-US" dirty="0"/>
              <a:t>Understand how real banking systems manage customer data</a:t>
            </a:r>
          </a:p>
          <a:p>
            <a:r>
              <a:rPr lang="en-US" dirty="0"/>
              <a:t>Apply core C programming concepts like structures, file handling, dynamic memory allocation, and functions</a:t>
            </a:r>
          </a:p>
          <a:p>
            <a:r>
              <a:rPr lang="en-US" dirty="0"/>
              <a:t>Gain practical experience in data storage and retrieval using files</a:t>
            </a:r>
          </a:p>
          <a:p>
            <a:r>
              <a:rPr lang="en-US" dirty="0"/>
              <a:t>Improve problem-solving and logical thinking skills</a:t>
            </a:r>
          </a:p>
          <a:p>
            <a:r>
              <a:rPr lang="en-US" dirty="0"/>
              <a:t>Build a strong foundation for developing larger financial or database-driven applications</a:t>
            </a:r>
          </a:p>
          <a:p>
            <a:pPr marL="139700" indent="0">
              <a:buNone/>
            </a:pPr>
            <a:r>
              <a:rPr lang="en-US" dirty="0"/>
              <a:t>This project bridges the gap between theoretical programming knowledge and real-world system implementation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 and Objectives</a:t>
            </a:r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-1" y="707400"/>
            <a:ext cx="9143999" cy="4349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None/>
            </a:pPr>
            <a:r>
              <a:rPr lang="en-US" b="1" dirty="0"/>
              <a:t>Problem Statement:-</a:t>
            </a:r>
          </a:p>
          <a:p>
            <a:r>
              <a:rPr lang="en-US" dirty="0"/>
              <a:t>Traditional manual banking record management is time-consuming, error-prone, and inefficient. There is a need for a simple and reliable system that can securely store customer details, manage transactions, and maintain account records digitally.</a:t>
            </a:r>
          </a:p>
          <a:p>
            <a:r>
              <a:rPr lang="en-US" dirty="0"/>
              <a:t>The problem is to design and implement a basic </a:t>
            </a:r>
            <a:r>
              <a:rPr lang="en-US" b="1" dirty="0"/>
              <a:t>Bank Management System</a:t>
            </a:r>
            <a:r>
              <a:rPr lang="en-US" dirty="0"/>
              <a:t> that can handle essential banking operations efficiently using file handling in C.</a:t>
            </a:r>
          </a:p>
          <a:p>
            <a:pPr marL="114300" indent="0">
              <a:buNone/>
            </a:pPr>
            <a:r>
              <a:rPr lang="en-US" b="1" dirty="0"/>
              <a:t>Objectives:-</a:t>
            </a:r>
          </a:p>
          <a:p>
            <a:r>
              <a:rPr lang="en-US" dirty="0"/>
              <a:t>To develop a console-based banking system using C programming</a:t>
            </a:r>
          </a:p>
          <a:p>
            <a:r>
              <a:rPr lang="en-US" dirty="0"/>
              <a:t>To implement core banking operations like account creation, deposit, withdrawal, and fund transfer</a:t>
            </a:r>
          </a:p>
          <a:p>
            <a:r>
              <a:rPr lang="en-US" dirty="0"/>
              <a:t>To store and manage account data using file handling (CSV file)</a:t>
            </a:r>
          </a:p>
          <a:p>
            <a:r>
              <a:rPr lang="en-US" dirty="0"/>
              <a:t>To apply concepts such as structures, dynamic memory allocation, and functions</a:t>
            </a:r>
          </a:p>
          <a:p>
            <a:r>
              <a:rPr lang="en-US" dirty="0"/>
              <a:t>To ensure secure access using password </a:t>
            </a:r>
            <a:r>
              <a:rPr lang="en-US" dirty="0" smtClean="0"/>
              <a:t>verification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Individual Contribution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A7F10D8D-6F01-D14B-3317-03549C36C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903930"/>
              </p:ext>
            </p:extLst>
          </p:nvPr>
        </p:nvGraphicFramePr>
        <p:xfrm>
          <a:off x="0" y="958467"/>
          <a:ext cx="9144000" cy="4157060"/>
        </p:xfrm>
        <a:graphic>
          <a:graphicData uri="http://schemas.openxmlformats.org/drawingml/2006/table">
            <a:tbl>
              <a:tblPr firstRow="1" bandRow="1">
                <a:tableStyleId>{26AB36B5-FDD1-49DB-954E-CDDC2A254018}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2665238897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4093408080"/>
                    </a:ext>
                  </a:extLst>
                </a:gridCol>
              </a:tblGrid>
              <a:tr h="10562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Work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(Report/Presentation/Algorithm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Design/Implementation)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52871623"/>
                  </a:ext>
                </a:extLst>
              </a:tr>
              <a:tr h="620167">
                <a:tc>
                  <a:txBody>
                    <a:bodyPr/>
                    <a:lstStyle/>
                    <a:p>
                      <a:pPr marL="0" indent="0" algn="l">
                        <a:buFont typeface="+mj-lt"/>
                        <a:buNone/>
                      </a:pPr>
                      <a:r>
                        <a:rPr lang="en-US" dirty="0"/>
                        <a:t>1) Aaliya Shrivastava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Algorithm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00208430"/>
                  </a:ext>
                </a:extLst>
              </a:tr>
              <a:tr h="620167">
                <a:tc>
                  <a:txBody>
                    <a:bodyPr/>
                    <a:lstStyle/>
                    <a:p>
                      <a:r>
                        <a:rPr lang="en-US" dirty="0"/>
                        <a:t>2)Nakshatra Mate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Algorithm &amp; </a:t>
                      </a:r>
                      <a:r>
                        <a:rPr lang="en-US" dirty="0" smtClean="0"/>
                        <a:t>Presentation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2641368"/>
                  </a:ext>
                </a:extLst>
              </a:tr>
              <a:tr h="620167">
                <a:tc>
                  <a:txBody>
                    <a:bodyPr/>
                    <a:lstStyle/>
                    <a:p>
                      <a:r>
                        <a:rPr lang="en-US" dirty="0"/>
                        <a:t>3)Raga Verma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Algorithm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83640740"/>
                  </a:ext>
                </a:extLst>
              </a:tr>
              <a:tr h="620167">
                <a:tc>
                  <a:txBody>
                    <a:bodyPr/>
                    <a:lstStyle/>
                    <a:p>
                      <a:r>
                        <a:rPr lang="en-US" dirty="0"/>
                        <a:t>4)Saloni Kaushik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Algorithm &amp; Report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8002532"/>
                  </a:ext>
                </a:extLst>
              </a:tr>
              <a:tr h="620167">
                <a:tc>
                  <a:txBody>
                    <a:bodyPr/>
                    <a:lstStyle/>
                    <a:p>
                      <a:r>
                        <a:rPr lang="en-US" dirty="0" smtClean="0"/>
                        <a:t>5)</a:t>
                      </a:r>
                      <a:r>
                        <a:rPr lang="en-US" dirty="0" err="1" smtClean="0"/>
                        <a:t>Surabhi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Datta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Algorithm &amp; Implementation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79112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Proposed System</a:t>
            </a:r>
            <a:endParaRPr dirty="0"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-1" y="707400"/>
            <a:ext cx="9143999" cy="44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" b="1" u="sng" dirty="0"/>
              <a:t>Detailed Description:-</a:t>
            </a:r>
            <a:endParaRPr lang="en-US" b="1" u="sng" dirty="0"/>
          </a:p>
          <a:p>
            <a:r>
              <a:rPr lang="en-US" dirty="0"/>
              <a:t>Console-based </a:t>
            </a:r>
            <a:r>
              <a:rPr lang="en-US" b="1" dirty="0"/>
              <a:t>Bank Management System</a:t>
            </a:r>
            <a:r>
              <a:rPr lang="en-US" dirty="0"/>
              <a:t> developed in C</a:t>
            </a:r>
          </a:p>
          <a:p>
            <a:r>
              <a:rPr lang="en-US" dirty="0"/>
              <a:t>Automates basic banking operations</a:t>
            </a:r>
          </a:p>
          <a:p>
            <a:r>
              <a:rPr lang="en-US" dirty="0"/>
              <a:t>Uses </a:t>
            </a:r>
            <a:r>
              <a:rPr lang="en-US" b="1" dirty="0"/>
              <a:t>structures and dynamic memory allocation</a:t>
            </a:r>
            <a:endParaRPr lang="en-US" dirty="0"/>
          </a:p>
          <a:p>
            <a:r>
              <a:rPr lang="en-US" dirty="0"/>
              <a:t>Stores data permanently using </a:t>
            </a:r>
            <a:r>
              <a:rPr lang="en-US" b="1" dirty="0"/>
              <a:t>CSV file handling</a:t>
            </a:r>
            <a:endParaRPr lang="en-US" dirty="0"/>
          </a:p>
          <a:p>
            <a:r>
              <a:rPr lang="en-US" dirty="0"/>
              <a:t>Menu-driven and user-friendly interface</a:t>
            </a:r>
          </a:p>
          <a:p>
            <a:pPr marL="114300" indent="0">
              <a:buNone/>
            </a:pPr>
            <a:r>
              <a:rPr lang="en-US" dirty="0"/>
              <a:t>Each account contains:</a:t>
            </a:r>
          </a:p>
          <a:p>
            <a:r>
              <a:rPr lang="en-US" dirty="0"/>
              <a:t>Account Number (Auto-generated)</a:t>
            </a:r>
          </a:p>
          <a:p>
            <a:r>
              <a:rPr lang="en-US" dirty="0"/>
              <a:t>Name</a:t>
            </a:r>
          </a:p>
          <a:p>
            <a:r>
              <a:rPr lang="en-US" dirty="0"/>
              <a:t>Password (Authentication)</a:t>
            </a:r>
          </a:p>
          <a:p>
            <a:r>
              <a:rPr lang="en-US" dirty="0"/>
              <a:t>Birthdate</a:t>
            </a:r>
          </a:p>
          <a:p>
            <a:r>
              <a:rPr lang="en-US" dirty="0"/>
              <a:t>Email ID</a:t>
            </a:r>
          </a:p>
          <a:p>
            <a:r>
              <a:rPr lang="en-US" dirty="0"/>
              <a:t>Balance</a:t>
            </a:r>
          </a:p>
          <a:p>
            <a:r>
              <a:rPr lang="en-US" dirty="0"/>
              <a:t>Account Status (Active/Inactive)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73E879-B50D-197A-21B6-98CFC8A63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5056742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Functional Modules</a:t>
            </a:r>
          </a:p>
          <a:p>
            <a:r>
              <a:rPr lang="en-US" dirty="0"/>
              <a:t>Create Account</a:t>
            </a:r>
          </a:p>
          <a:p>
            <a:r>
              <a:rPr lang="en-US" dirty="0"/>
              <a:t>Check Balance</a:t>
            </a:r>
          </a:p>
          <a:p>
            <a:r>
              <a:rPr lang="en-US" dirty="0"/>
              <a:t>Deposit Money</a:t>
            </a:r>
          </a:p>
          <a:p>
            <a:r>
              <a:rPr lang="en-US" dirty="0"/>
              <a:t>Withdraw Money</a:t>
            </a:r>
          </a:p>
          <a:p>
            <a:r>
              <a:rPr lang="en-US" dirty="0"/>
              <a:t>Transfer Money</a:t>
            </a:r>
          </a:p>
          <a:p>
            <a:r>
              <a:rPr lang="en-US" dirty="0"/>
              <a:t>Update Credentials</a:t>
            </a:r>
          </a:p>
          <a:p>
            <a:r>
              <a:rPr lang="en-US" dirty="0"/>
              <a:t>Delete Account</a:t>
            </a:r>
          </a:p>
          <a:p>
            <a:pPr marL="114300" indent="0">
              <a:buNone/>
            </a:pPr>
            <a:r>
              <a:rPr lang="en-US" b="1" dirty="0"/>
              <a:t>Working Process</a:t>
            </a:r>
          </a:p>
          <a:p>
            <a:r>
              <a:rPr lang="en-US" dirty="0"/>
              <a:t>Load account data from CSV file at startup</a:t>
            </a:r>
          </a:p>
          <a:p>
            <a:r>
              <a:rPr lang="en-US" dirty="0"/>
              <a:t>User selects operation from menu</a:t>
            </a:r>
          </a:p>
          <a:p>
            <a:r>
              <a:rPr lang="en-US" dirty="0"/>
              <a:t>System verifies credentials</a:t>
            </a:r>
          </a:p>
          <a:p>
            <a:r>
              <a:rPr lang="en-US" dirty="0"/>
              <a:t>Performs transaction</a:t>
            </a:r>
          </a:p>
          <a:p>
            <a:r>
              <a:rPr lang="en-US" dirty="0"/>
              <a:t>Updates and saves data to </a:t>
            </a:r>
            <a:r>
              <a:rPr lang="en-US" dirty="0" smtClean="0"/>
              <a:t>file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803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CFFA698-9E04-92F0-B17A-50E642473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5012675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US" sz="2900" b="1" dirty="0"/>
              <a:t>                                      Flowchart/ System Design</a:t>
            </a:r>
          </a:p>
          <a:p>
            <a:pPr marL="114300" indent="0">
              <a:buNone/>
            </a:pPr>
            <a:r>
              <a:rPr lang="en-US" sz="2600" b="1" dirty="0"/>
              <a:t>Overall System Architecture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+----------------------+</a:t>
            </a:r>
          </a:p>
          <a:p>
            <a:pPr marL="114300" indent="0">
              <a:buNone/>
            </a:pPr>
            <a:r>
              <a:rPr lang="en-US" dirty="0"/>
              <a:t>            |        User          |</a:t>
            </a:r>
          </a:p>
          <a:p>
            <a:pPr marL="114300" indent="0">
              <a:buNone/>
            </a:pPr>
            <a:r>
              <a:rPr lang="en-US" dirty="0"/>
              <a:t>            +----------+-----------+</a:t>
            </a:r>
          </a:p>
          <a:p>
            <a:pPr marL="114300" indent="0">
              <a:buNone/>
            </a:pPr>
            <a:r>
              <a:rPr lang="en-US" dirty="0"/>
              <a:t>                       |</a:t>
            </a:r>
          </a:p>
          <a:p>
            <a:pPr marL="114300" indent="0">
              <a:buNone/>
            </a:pPr>
            <a:r>
              <a:rPr lang="en-US" dirty="0"/>
              <a:t>                       v</a:t>
            </a:r>
          </a:p>
          <a:p>
            <a:pPr marL="114300" indent="0">
              <a:buNone/>
            </a:pPr>
            <a:r>
              <a:rPr lang="en-US" dirty="0"/>
              <a:t>            +----------------------+</a:t>
            </a:r>
          </a:p>
          <a:p>
            <a:pPr marL="114300" indent="0">
              <a:buNone/>
            </a:pPr>
            <a:r>
              <a:rPr lang="en-US" dirty="0"/>
              <a:t>            |     Main Menu        |</a:t>
            </a:r>
          </a:p>
          <a:p>
            <a:pPr marL="114300" indent="0">
              <a:buNone/>
            </a:pPr>
            <a:r>
              <a:rPr lang="en-US" dirty="0"/>
              <a:t>            +----------+-----------+</a:t>
            </a:r>
          </a:p>
          <a:p>
            <a:pPr marL="114300" indent="0">
              <a:buNone/>
            </a:pPr>
            <a:r>
              <a:rPr lang="en-US" dirty="0"/>
              <a:t>                       |</a:t>
            </a:r>
          </a:p>
          <a:p>
            <a:pPr marL="114300" indent="0">
              <a:buNone/>
            </a:pPr>
            <a:r>
              <a:rPr lang="en-US" dirty="0"/>
              <a:t>        -------------------------------------</a:t>
            </a:r>
          </a:p>
          <a:p>
            <a:pPr marL="114300" indent="0">
              <a:buNone/>
            </a:pPr>
            <a:r>
              <a:rPr lang="en-US" dirty="0"/>
              <a:t>        |        |        |        |       |</a:t>
            </a:r>
          </a:p>
          <a:p>
            <a:pPr marL="114300" indent="0">
              <a:buNone/>
            </a:pPr>
            <a:r>
              <a:rPr lang="en-US" dirty="0"/>
              <a:t>        v        </a:t>
            </a:r>
            <a:r>
              <a:rPr lang="en-US" dirty="0" err="1"/>
              <a:t>v</a:t>
            </a:r>
            <a:r>
              <a:rPr lang="en-US" dirty="0"/>
              <a:t>        </a:t>
            </a:r>
            <a:r>
              <a:rPr lang="en-US" dirty="0" err="1"/>
              <a:t>v</a:t>
            </a:r>
            <a:r>
              <a:rPr lang="en-US" dirty="0"/>
              <a:t>        </a:t>
            </a:r>
            <a:r>
              <a:rPr lang="en-US" dirty="0" err="1"/>
              <a:t>v</a:t>
            </a:r>
            <a:r>
              <a:rPr lang="en-US" dirty="0"/>
              <a:t>       </a:t>
            </a:r>
            <a:r>
              <a:rPr lang="en-US" dirty="0" err="1"/>
              <a:t>v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Create   Check Balance Deposit Withdraw Transfer</a:t>
            </a:r>
          </a:p>
          <a:p>
            <a:pPr marL="114300" indent="0">
              <a:buNone/>
            </a:pPr>
            <a:r>
              <a:rPr lang="en-US" dirty="0"/>
              <a:t>  Account                                Money</a:t>
            </a:r>
          </a:p>
          <a:p>
            <a:pPr marL="114300" indent="0">
              <a:buNone/>
            </a:pPr>
            <a:r>
              <a:rPr lang="en-US" dirty="0"/>
              <a:t>        |                                     </a:t>
            </a:r>
          </a:p>
          <a:p>
            <a:pPr marL="114300" indent="0">
              <a:buNone/>
            </a:pPr>
            <a:r>
              <a:rPr lang="en-US" dirty="0"/>
              <a:t>        v</a:t>
            </a:r>
          </a:p>
          <a:p>
            <a:pPr marL="114300" indent="0">
              <a:buNone/>
            </a:pPr>
            <a:r>
              <a:rPr lang="en-US" dirty="0"/>
              <a:t> +----------------------+</a:t>
            </a:r>
          </a:p>
          <a:p>
            <a:pPr marL="114300" indent="0">
              <a:buNone/>
            </a:pPr>
            <a:r>
              <a:rPr lang="en-US" dirty="0"/>
              <a:t> |  Account Management  |</a:t>
            </a:r>
          </a:p>
          <a:p>
            <a:pPr marL="114300" indent="0">
              <a:buNone/>
            </a:pPr>
            <a:r>
              <a:rPr lang="en-US" dirty="0"/>
              <a:t> |  (Structures + RAM)  |</a:t>
            </a:r>
          </a:p>
          <a:p>
            <a:pPr marL="114300" indent="0">
              <a:buNone/>
            </a:pPr>
            <a:r>
              <a:rPr lang="en-US" dirty="0"/>
              <a:t> +----------+-----------+</a:t>
            </a:r>
          </a:p>
          <a:p>
            <a:pPr marL="114300" indent="0">
              <a:buNone/>
            </a:pPr>
            <a:r>
              <a:rPr lang="en-US" dirty="0"/>
              <a:t>            |</a:t>
            </a:r>
          </a:p>
          <a:p>
            <a:pPr marL="114300" indent="0">
              <a:buNone/>
            </a:pPr>
            <a:r>
              <a:rPr lang="en-US" dirty="0"/>
              <a:t>            v</a:t>
            </a:r>
          </a:p>
          <a:p>
            <a:pPr marL="114300" indent="0">
              <a:buNone/>
            </a:pPr>
            <a:r>
              <a:rPr lang="en-US" dirty="0"/>
              <a:t> +----------------------+</a:t>
            </a:r>
          </a:p>
          <a:p>
            <a:pPr marL="114300" indent="0">
              <a:buNone/>
            </a:pPr>
            <a:r>
              <a:rPr lang="en-US" dirty="0"/>
              <a:t> | CSV File Storage     |</a:t>
            </a:r>
          </a:p>
          <a:p>
            <a:pPr marL="114300" indent="0">
              <a:buNone/>
            </a:pPr>
            <a:r>
              <a:rPr lang="en-US" dirty="0"/>
              <a:t> | (Persistent Data)    |</a:t>
            </a:r>
          </a:p>
          <a:p>
            <a:pPr marL="114300" indent="0">
              <a:buNone/>
            </a:pPr>
            <a:r>
              <a:rPr lang="en-US" dirty="0"/>
              <a:t> +----------------------+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715340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FAE670F-FA71-ADB5-EEAB-F5C98C3F6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5023692"/>
          </a:xfrm>
        </p:spPr>
        <p:txBody>
          <a:bodyPr>
            <a:normAutofit fontScale="62500" lnSpcReduction="20000"/>
          </a:bodyPr>
          <a:lstStyle/>
          <a:p>
            <a:r>
              <a:rPr lang="en-US" sz="3200" dirty="0"/>
              <a:t>Main Program Flowchart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sz="1900" dirty="0"/>
              <a:t>Start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Load Accounts from File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  Display Menu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  User Choice?</a:t>
            </a:r>
          </a:p>
          <a:p>
            <a:r>
              <a:rPr lang="en-US" sz="1900" dirty="0"/>
              <a:t>   -----------------</a:t>
            </a:r>
          </a:p>
          <a:p>
            <a:r>
              <a:rPr lang="en-US" sz="1900" dirty="0"/>
              <a:t>   |   |   |   |   |</a:t>
            </a:r>
          </a:p>
          <a:p>
            <a:r>
              <a:rPr lang="en-US" sz="1900" dirty="0"/>
              <a:t>   v   </a:t>
            </a:r>
            <a:r>
              <a:rPr lang="en-US" sz="1900" dirty="0" err="1"/>
              <a:t>v</a:t>
            </a:r>
            <a:r>
              <a:rPr lang="en-US" sz="1900" dirty="0"/>
              <a:t>   </a:t>
            </a:r>
            <a:r>
              <a:rPr lang="en-US" sz="1900" dirty="0" err="1"/>
              <a:t>v</a:t>
            </a:r>
            <a:r>
              <a:rPr lang="en-US" sz="1900" dirty="0"/>
              <a:t>   </a:t>
            </a:r>
            <a:r>
              <a:rPr lang="en-US" sz="1900" dirty="0" err="1"/>
              <a:t>v</a:t>
            </a:r>
            <a:r>
              <a:rPr lang="en-US" sz="1900" dirty="0"/>
              <a:t>   </a:t>
            </a:r>
            <a:r>
              <a:rPr lang="en-US" sz="1900" dirty="0" err="1"/>
              <a:t>v</a:t>
            </a:r>
            <a:endParaRPr lang="en-US" sz="1900" dirty="0"/>
          </a:p>
          <a:p>
            <a:r>
              <a:rPr lang="en-US" sz="1900" dirty="0"/>
              <a:t>  C   CB  D   W   T  ...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Perform Operation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Save Updated Data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  Back to Menu</a:t>
            </a:r>
          </a:p>
          <a:p>
            <a:r>
              <a:rPr lang="en-US" sz="1900" dirty="0"/>
              <a:t>          |</a:t>
            </a:r>
          </a:p>
          <a:p>
            <a:r>
              <a:rPr lang="en-US" sz="1900" dirty="0"/>
              <a:t>          v</a:t>
            </a:r>
          </a:p>
          <a:p>
            <a:r>
              <a:rPr lang="en-US" sz="1900" dirty="0"/>
              <a:t>         Exit</a:t>
            </a:r>
          </a:p>
        </p:txBody>
      </p:sp>
    </p:spTree>
    <p:extLst>
      <p:ext uri="{BB962C8B-B14F-4D97-AF65-F5344CB8AC3E}">
        <p14:creationId xmlns:p14="http://schemas.microsoft.com/office/powerpoint/2010/main" val="264087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E7AF77-3585-8D9E-4F08-999606C10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5045725"/>
          </a:xfrm>
        </p:spPr>
        <p:txBody>
          <a:bodyPr>
            <a:normAutofit fontScale="25000" lnSpcReduction="20000"/>
          </a:bodyPr>
          <a:lstStyle/>
          <a:p>
            <a:r>
              <a:rPr lang="en-US" sz="2900" dirty="0"/>
              <a:t>Transaction Flow (Example: Withdraw / Transfer)</a:t>
            </a:r>
            <a:br>
              <a:rPr lang="en-US" sz="2900" dirty="0"/>
            </a:br>
            <a:r>
              <a:rPr lang="en-US" sz="4000" dirty="0"/>
              <a:t> Enter Account Number</a:t>
            </a:r>
          </a:p>
          <a:p>
            <a:r>
              <a:rPr lang="en-US" sz="4000" dirty="0"/>
              <a:t>                 |</a:t>
            </a:r>
          </a:p>
          <a:p>
            <a:r>
              <a:rPr lang="en-US" sz="4000" dirty="0"/>
              <a:t>                 v</a:t>
            </a:r>
          </a:p>
          <a:p>
            <a:r>
              <a:rPr lang="en-US" sz="4000" dirty="0"/>
              <a:t>          Verify Account</a:t>
            </a:r>
          </a:p>
          <a:p>
            <a:r>
              <a:rPr lang="en-US" sz="4000" dirty="0"/>
              <a:t>                 |</a:t>
            </a:r>
          </a:p>
          <a:p>
            <a:r>
              <a:rPr lang="en-US" sz="4000" dirty="0"/>
              <a:t>        -----------------</a:t>
            </a:r>
          </a:p>
          <a:p>
            <a:r>
              <a:rPr lang="en-US" sz="4000" dirty="0"/>
              <a:t>        |               |</a:t>
            </a:r>
          </a:p>
          <a:p>
            <a:r>
              <a:rPr lang="en-US" sz="4000" dirty="0"/>
              <a:t>     Invalid          Valid</a:t>
            </a:r>
          </a:p>
          <a:p>
            <a:r>
              <a:rPr lang="en-US" sz="4000" dirty="0"/>
              <a:t>        |               |</a:t>
            </a:r>
          </a:p>
          <a:p>
            <a:r>
              <a:rPr lang="en-US" sz="4000" dirty="0"/>
              <a:t>     Show Error     Enter Password</a:t>
            </a:r>
          </a:p>
          <a:p>
            <a:r>
              <a:rPr lang="en-US" sz="4000" dirty="0"/>
              <a:t>                        |</a:t>
            </a:r>
          </a:p>
          <a:p>
            <a:r>
              <a:rPr lang="en-US" sz="4000" dirty="0"/>
              <a:t>                        v</a:t>
            </a:r>
          </a:p>
          <a:p>
            <a:r>
              <a:rPr lang="en-US" sz="4000" dirty="0"/>
              <a:t>                 Verify Password</a:t>
            </a:r>
          </a:p>
          <a:p>
            <a:r>
              <a:rPr lang="en-US" sz="4000" dirty="0"/>
              <a:t>                        |</a:t>
            </a:r>
          </a:p>
          <a:p>
            <a:r>
              <a:rPr lang="en-US" sz="4000" dirty="0"/>
              <a:t>                ----------------</a:t>
            </a:r>
          </a:p>
          <a:p>
            <a:r>
              <a:rPr lang="en-US" sz="4000" dirty="0"/>
              <a:t>                |              |</a:t>
            </a:r>
          </a:p>
          <a:p>
            <a:r>
              <a:rPr lang="en-US" sz="4000" dirty="0"/>
              <a:t>            Incorrect        Correct</a:t>
            </a:r>
          </a:p>
          <a:p>
            <a:r>
              <a:rPr lang="en-US" sz="4000" dirty="0"/>
              <a:t>                |              |</a:t>
            </a:r>
          </a:p>
          <a:p>
            <a:r>
              <a:rPr lang="en-US" sz="4000" dirty="0"/>
              <a:t>            Show Error     Enter Amount</a:t>
            </a:r>
          </a:p>
          <a:p>
            <a:r>
              <a:rPr lang="en-US" sz="4000" dirty="0"/>
              <a:t>                                   |</a:t>
            </a:r>
          </a:p>
          <a:p>
            <a:r>
              <a:rPr lang="en-US" sz="4000" dirty="0"/>
              <a:t>                                   v</a:t>
            </a:r>
          </a:p>
          <a:p>
            <a:r>
              <a:rPr lang="en-US" sz="4000" dirty="0"/>
              <a:t>                           Check Balance</a:t>
            </a:r>
          </a:p>
          <a:p>
            <a:r>
              <a:rPr lang="en-US" sz="4000" dirty="0"/>
              <a:t>                                   |</a:t>
            </a:r>
          </a:p>
          <a:p>
            <a:r>
              <a:rPr lang="en-US" sz="4000" dirty="0"/>
              <a:t>                          ----------------</a:t>
            </a:r>
          </a:p>
          <a:p>
            <a:r>
              <a:rPr lang="en-US" sz="4000" dirty="0"/>
              <a:t>                          |              |</a:t>
            </a:r>
          </a:p>
          <a:p>
            <a:r>
              <a:rPr lang="en-US" sz="4000" dirty="0"/>
              <a:t>                     Insufficient     Sufficient</a:t>
            </a:r>
          </a:p>
          <a:p>
            <a:r>
              <a:rPr lang="en-US" sz="4000" dirty="0"/>
              <a:t>                          |              |</a:t>
            </a:r>
          </a:p>
          <a:p>
            <a:r>
              <a:rPr lang="en-US" sz="4000" dirty="0"/>
              <a:t>                      Show Error     Update Balance</a:t>
            </a:r>
          </a:p>
          <a:p>
            <a:r>
              <a:rPr lang="en-US" sz="4000" dirty="0"/>
              <a:t>                                          |</a:t>
            </a:r>
          </a:p>
          <a:p>
            <a:r>
              <a:rPr lang="en-US" sz="4000" dirty="0"/>
              <a:t>                                          v</a:t>
            </a:r>
          </a:p>
          <a:p>
            <a:r>
              <a:rPr lang="en-US" sz="4000" dirty="0"/>
              <a:t>                                     Save to File</a:t>
            </a:r>
          </a:p>
          <a:p>
            <a:r>
              <a:rPr lang="en-US" sz="4000" dirty="0"/>
              <a:t>                                          |</a:t>
            </a:r>
          </a:p>
          <a:p>
            <a:r>
              <a:rPr lang="en-US" sz="4000" dirty="0"/>
              <a:t>                                          v</a:t>
            </a:r>
          </a:p>
          <a:p>
            <a:r>
              <a:rPr lang="en-US" sz="4000" dirty="0"/>
              <a:t>                                       Success</a:t>
            </a:r>
          </a:p>
        </p:txBody>
      </p:sp>
    </p:spTree>
    <p:extLst>
      <p:ext uri="{BB962C8B-B14F-4D97-AF65-F5344CB8AC3E}">
        <p14:creationId xmlns:p14="http://schemas.microsoft.com/office/powerpoint/2010/main" val="93929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 and Software Requirements</a:t>
            </a:r>
            <a:endParaRPr dirty="0"/>
          </a:p>
        </p:txBody>
      </p:sp>
      <p:graphicFrame>
        <p:nvGraphicFramePr>
          <p:cNvPr id="113" name="Google Shape;113;p20"/>
          <p:cNvGraphicFramePr/>
          <p:nvPr>
            <p:extLst>
              <p:ext uri="{D42A27DB-BD31-4B8C-83A1-F6EECF244321}">
                <p14:modId xmlns:p14="http://schemas.microsoft.com/office/powerpoint/2010/main" val="2989109620"/>
              </p:ext>
            </p:extLst>
          </p:nvPr>
        </p:nvGraphicFramePr>
        <p:xfrm>
          <a:off x="0" y="627961"/>
          <a:ext cx="9144000" cy="4409122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917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Hardware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Model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Justification w.r.t project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dirty="0"/>
                        <a:t>Minimum 4 GB RAM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Account Creation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Balance Checking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Easy to develop step-by-step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dirty="0"/>
                        <a:t>Processor: Intel i3 or above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Deposit &amp; Withdrawal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Fund Transfer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Simple debugging and testing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nn-NO" dirty="0"/>
                        <a:t>Hard Disk (for file storage)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Deposit &amp; Withdrawal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Fund Transfer</a:t>
                      </a:r>
                    </a:p>
                    <a:p>
                      <a:pPr marL="3429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Flexible to add new features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Software</a:t>
                      </a:r>
                      <a:endParaRPr b="1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Justification w.r.t project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Compiler: GCC</a:t>
                      </a:r>
                      <a:endParaRPr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Easy to understand and demonstrate</a:t>
                      </a:r>
                      <a:endParaRPr b="1"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dirty="0"/>
                        <a:t>CSV File for data storage</a:t>
                      </a:r>
                      <a:endParaRPr dirty="0"/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No need for complex database setup</a:t>
                      </a:r>
                      <a:endParaRPr b="1"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 and Experimental Setup</a:t>
            </a:r>
            <a:endParaRPr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-1" y="870332"/>
            <a:ext cx="9143999" cy="416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Implementation</a:t>
            </a:r>
          </a:p>
          <a:p>
            <a:r>
              <a:rPr lang="en-US" dirty="0"/>
              <a:t>Developed using </a:t>
            </a:r>
            <a:r>
              <a:rPr lang="en-US" b="1" dirty="0"/>
              <a:t>C Programming</a:t>
            </a:r>
            <a:endParaRPr lang="en-US" dirty="0"/>
          </a:p>
          <a:p>
            <a:r>
              <a:rPr lang="en-US" dirty="0"/>
              <a:t>Used </a:t>
            </a:r>
            <a:r>
              <a:rPr lang="en-US" b="1" dirty="0"/>
              <a:t>Structures</a:t>
            </a:r>
            <a:r>
              <a:rPr lang="en-US" dirty="0"/>
              <a:t> for account data management</a:t>
            </a:r>
          </a:p>
          <a:p>
            <a:r>
              <a:rPr lang="en-US" dirty="0"/>
              <a:t>Implemented </a:t>
            </a:r>
            <a:r>
              <a:rPr lang="en-US" b="1" dirty="0"/>
              <a:t>File Handling (CSV)</a:t>
            </a:r>
            <a:r>
              <a:rPr lang="en-US" dirty="0"/>
              <a:t> for data storage</a:t>
            </a:r>
          </a:p>
          <a:p>
            <a:r>
              <a:rPr lang="en-US" dirty="0"/>
              <a:t>Applied </a:t>
            </a:r>
            <a:r>
              <a:rPr lang="en-US" b="1" dirty="0"/>
              <a:t>Dynamic Memory Allocation</a:t>
            </a:r>
            <a:r>
              <a:rPr lang="en-US" dirty="0"/>
              <a:t> for multiple accounts</a:t>
            </a:r>
          </a:p>
          <a:p>
            <a:r>
              <a:rPr lang="en-US" dirty="0"/>
              <a:t>Modular functions for each banking operation</a:t>
            </a:r>
          </a:p>
          <a:p>
            <a:pPr marL="114300" indent="0">
              <a:buNone/>
            </a:pPr>
            <a:r>
              <a:rPr lang="en-US" b="1" dirty="0"/>
              <a:t>🔹 </a:t>
            </a:r>
            <a:r>
              <a:rPr lang="en-US" sz="2000" b="1" u="sng" dirty="0"/>
              <a:t>Experimental Setup</a:t>
            </a:r>
          </a:p>
          <a:p>
            <a:r>
              <a:rPr lang="en-US" dirty="0"/>
              <a:t>Hardware: Laptop/Desktop (4GB RAM or above)</a:t>
            </a:r>
          </a:p>
          <a:p>
            <a:r>
              <a:rPr lang="en-US" dirty="0"/>
              <a:t>Software: GCC / Code::Blocks / VS Code</a:t>
            </a:r>
          </a:p>
          <a:p>
            <a:r>
              <a:rPr lang="en-US" dirty="0"/>
              <a:t>OS: Windows / Linux / macOS</a:t>
            </a:r>
          </a:p>
          <a:p>
            <a:r>
              <a:rPr lang="en-US" dirty="0"/>
              <a:t>Tested by performing account creation, deposit, withdrawal, transfer, and authentication checks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and Conclusion</a:t>
            </a:r>
            <a:endParaRPr dirty="0"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-1" y="804231"/>
            <a:ext cx="9143999" cy="4208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🔹 </a:t>
            </a:r>
            <a:r>
              <a:rPr lang="en-US" b="1" u="sng" dirty="0"/>
              <a:t>Results</a:t>
            </a:r>
          </a:p>
          <a:p>
            <a:r>
              <a:rPr lang="en-US" dirty="0"/>
              <a:t>Successfully implemented core banking operations</a:t>
            </a:r>
          </a:p>
          <a:p>
            <a:r>
              <a:rPr lang="en-US" dirty="0"/>
              <a:t>Account creation, deposit, withdrawal, and transfer worked correctly</a:t>
            </a:r>
          </a:p>
          <a:p>
            <a:r>
              <a:rPr lang="en-US" dirty="0"/>
              <a:t>Password authentication ensured secure access</a:t>
            </a:r>
          </a:p>
          <a:p>
            <a:r>
              <a:rPr lang="en-US" dirty="0"/>
              <a:t>Data stored and retrieved properly using CSV file</a:t>
            </a:r>
          </a:p>
          <a:p>
            <a:r>
              <a:rPr lang="en-US" dirty="0"/>
              <a:t>System handled invalid inputs and insufficient balance cases</a:t>
            </a:r>
          </a:p>
          <a:p>
            <a:pPr marL="114300" indent="0">
              <a:buNone/>
            </a:pPr>
            <a:r>
              <a:rPr lang="en-US" b="1" dirty="0"/>
              <a:t>🔹 </a:t>
            </a:r>
            <a:r>
              <a:rPr lang="en-US" b="1" u="sng" dirty="0"/>
              <a:t>Conclusion</a:t>
            </a:r>
          </a:p>
          <a:p>
            <a:r>
              <a:rPr lang="en-US" dirty="0"/>
              <a:t>The Bank Management System achieved its intended objectives</a:t>
            </a:r>
          </a:p>
          <a:p>
            <a:r>
              <a:rPr lang="en-US" dirty="0"/>
              <a:t>Demonstrated effective use of C concepts like structures and file handling</a:t>
            </a:r>
          </a:p>
          <a:p>
            <a:r>
              <a:rPr lang="en-US" dirty="0"/>
              <a:t>Provides a simple, secure, and efficient solution for basic banking operations</a:t>
            </a:r>
          </a:p>
          <a:p>
            <a:r>
              <a:rPr lang="en-US" dirty="0"/>
              <a:t>Suitable for small-scale or academic applications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AD4CF8E-2C45-4989-A9AF-EDBB8E9EDBD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755</Words>
  <Application>Microsoft Office PowerPoint</Application>
  <PresentationFormat>On-screen Show (16:9)</PresentationFormat>
  <Paragraphs>224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PT Sans Narrow</vt:lpstr>
      <vt:lpstr>Open Sans</vt:lpstr>
      <vt:lpstr>Arial</vt:lpstr>
      <vt:lpstr>Tropic</vt:lpstr>
      <vt:lpstr>Mini Project Title: Bankmagnent system (Batch-Group Number [E.g.E1-7])</vt:lpstr>
      <vt:lpstr>Content</vt:lpstr>
      <vt:lpstr>Introduction:-                                 Motivation:-</vt:lpstr>
      <vt:lpstr>Problem Statement and Objectives</vt:lpstr>
      <vt:lpstr>Individual Contribution</vt:lpstr>
      <vt:lpstr>Proposed System</vt:lpstr>
      <vt:lpstr>PowerPoint Presentation</vt:lpstr>
      <vt:lpstr>PowerPoint Presentation</vt:lpstr>
      <vt:lpstr>PowerPoint Presentation</vt:lpstr>
      <vt:lpstr>PowerPoint Presentation</vt:lpstr>
      <vt:lpstr>Hardware and Software Requirements</vt:lpstr>
      <vt:lpstr>Implementation and Experimental Setup</vt:lpstr>
      <vt:lpstr>Results and 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Title  (Batch-Group Number [E.g. E2-4])</dc:title>
  <dc:creator>dell</dc:creator>
  <cp:lastModifiedBy>Microsoft account</cp:lastModifiedBy>
  <cp:revision>4</cp:revision>
  <dcterms:modified xsi:type="dcterms:W3CDTF">2026-04-08T17:33:23Z</dcterms:modified>
</cp:coreProperties>
</file>